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693400" cy="7556500"/>
  <p:notesSz cx="6858000" cy="9144000"/>
  <p:embeddedFontLst>
    <p:embeddedFont>
      <p:font typeface="Canva Sans Bold" charset="1" panose="020B0803030501040103"/>
      <p:regular r:id="rId15"/>
    </p:embeddedFon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Handyman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HBc2YeNk8.mp4" Type="http://schemas.openxmlformats.org/officeDocument/2006/relationships/video"/><Relationship Id="rId4" Target="../media/VAHBc2YeNk8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24" Target="../media/image29.png" Type="http://schemas.openxmlformats.org/officeDocument/2006/relationships/image"/><Relationship Id="rId25" Target="../media/image30.sv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3.jpe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4.jpe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5.jpe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31374" r="0" b="28863"/>
          <a:stretch>
            <a:fillRect/>
          </a:stretch>
        </p:blipFill>
        <p:spPr>
          <a:xfrm flipH="false" flipV="false" rot="0">
            <a:off x="0" y="36000"/>
            <a:ext cx="10692000" cy="75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6072" y="2354420"/>
            <a:ext cx="2731735" cy="3754962"/>
          </a:xfrm>
          <a:custGeom>
            <a:avLst/>
            <a:gdLst/>
            <a:ahLst/>
            <a:cxnLst/>
            <a:rect r="r" b="b" t="t" l="l"/>
            <a:pathLst>
              <a:path h="3754962" w="2731735">
                <a:moveTo>
                  <a:pt x="0" y="0"/>
                </a:moveTo>
                <a:lnTo>
                  <a:pt x="2731735" y="0"/>
                </a:lnTo>
                <a:lnTo>
                  <a:pt x="2731735" y="3754962"/>
                </a:lnTo>
                <a:lnTo>
                  <a:pt x="0" y="375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45517" y="-484875"/>
            <a:ext cx="2746898" cy="1927823"/>
          </a:xfrm>
          <a:custGeom>
            <a:avLst/>
            <a:gdLst/>
            <a:ahLst/>
            <a:cxnLst/>
            <a:rect r="r" b="b" t="t" l="l"/>
            <a:pathLst>
              <a:path h="1927823" w="2746898">
                <a:moveTo>
                  <a:pt x="0" y="0"/>
                </a:moveTo>
                <a:lnTo>
                  <a:pt x="2746898" y="0"/>
                </a:lnTo>
                <a:lnTo>
                  <a:pt x="2746898" y="1927824"/>
                </a:lnTo>
                <a:lnTo>
                  <a:pt x="0" y="1927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53" y="4231901"/>
            <a:ext cx="1709935" cy="3024000"/>
          </a:xfrm>
          <a:custGeom>
            <a:avLst/>
            <a:gdLst/>
            <a:ahLst/>
            <a:cxnLst/>
            <a:rect r="r" b="b" t="t" l="l"/>
            <a:pathLst>
              <a:path h="3024000" w="1709935">
                <a:moveTo>
                  <a:pt x="0" y="0"/>
                </a:moveTo>
                <a:lnTo>
                  <a:pt x="1709935" y="0"/>
                </a:lnTo>
                <a:lnTo>
                  <a:pt x="1709935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9430" y="871449"/>
            <a:ext cx="648831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400"/>
              </a:lnSpc>
            </a:pPr>
            <a:r>
              <a:rPr lang="ar-EG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الشخصيه الحساسه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18843" y="6718056"/>
            <a:ext cx="776231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80"/>
              </a:lnSpc>
            </a:pPr>
            <a:r>
              <a:rPr lang="ar-EG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هل شايف نفسك شخصيه حساسه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981" y="2560650"/>
            <a:ext cx="1878037" cy="2806849"/>
          </a:xfrm>
          <a:custGeom>
            <a:avLst/>
            <a:gdLst/>
            <a:ahLst/>
            <a:cxnLst/>
            <a:rect r="r" b="b" t="t" l="l"/>
            <a:pathLst>
              <a:path h="2806849" w="1878037">
                <a:moveTo>
                  <a:pt x="0" y="0"/>
                </a:moveTo>
                <a:lnTo>
                  <a:pt x="1878038" y="0"/>
                </a:lnTo>
                <a:lnTo>
                  <a:pt x="1878038" y="2806849"/>
                </a:lnTo>
                <a:lnTo>
                  <a:pt x="0" y="2806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5138" y="3906870"/>
            <a:ext cx="2944249" cy="2039562"/>
          </a:xfrm>
          <a:custGeom>
            <a:avLst/>
            <a:gdLst/>
            <a:ahLst/>
            <a:cxnLst/>
            <a:rect r="r" b="b" t="t" l="l"/>
            <a:pathLst>
              <a:path h="2039562" w="2944249">
                <a:moveTo>
                  <a:pt x="0" y="0"/>
                </a:moveTo>
                <a:lnTo>
                  <a:pt x="2944249" y="0"/>
                </a:lnTo>
                <a:lnTo>
                  <a:pt x="2944249" y="2039561"/>
                </a:lnTo>
                <a:lnTo>
                  <a:pt x="0" y="20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22745" y="5553394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6135">
            <a:off x="1004351" y="4772752"/>
            <a:ext cx="2510965" cy="2405961"/>
          </a:xfrm>
          <a:custGeom>
            <a:avLst/>
            <a:gdLst/>
            <a:ahLst/>
            <a:cxnLst/>
            <a:rect r="r" b="b" t="t" l="l"/>
            <a:pathLst>
              <a:path h="2405961" w="2510965">
                <a:moveTo>
                  <a:pt x="0" y="0"/>
                </a:moveTo>
                <a:lnTo>
                  <a:pt x="2510965" y="0"/>
                </a:lnTo>
                <a:lnTo>
                  <a:pt x="2510965" y="2405961"/>
                </a:lnTo>
                <a:lnTo>
                  <a:pt x="0" y="2405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90499">
            <a:off x="5804718" y="1588266"/>
            <a:ext cx="1614927" cy="1203855"/>
          </a:xfrm>
          <a:custGeom>
            <a:avLst/>
            <a:gdLst/>
            <a:ahLst/>
            <a:cxnLst/>
            <a:rect r="r" b="b" t="t" l="l"/>
            <a:pathLst>
              <a:path h="1203855" w="1614927">
                <a:moveTo>
                  <a:pt x="1614927" y="0"/>
                </a:moveTo>
                <a:lnTo>
                  <a:pt x="0" y="0"/>
                </a:lnTo>
                <a:lnTo>
                  <a:pt x="0" y="1203854"/>
                </a:lnTo>
                <a:lnTo>
                  <a:pt x="1614927" y="1203854"/>
                </a:lnTo>
                <a:lnTo>
                  <a:pt x="161492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6393" y="207516"/>
            <a:ext cx="1127253" cy="649707"/>
          </a:xfrm>
          <a:custGeom>
            <a:avLst/>
            <a:gdLst/>
            <a:ahLst/>
            <a:cxnLst/>
            <a:rect r="r" b="b" t="t" l="l"/>
            <a:pathLst>
              <a:path h="649707" w="1127253">
                <a:moveTo>
                  <a:pt x="0" y="0"/>
                </a:moveTo>
                <a:lnTo>
                  <a:pt x="1127253" y="0"/>
                </a:lnTo>
                <a:lnTo>
                  <a:pt x="1127253" y="649708"/>
                </a:lnTo>
                <a:lnTo>
                  <a:pt x="0" y="6497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5654" y="271027"/>
            <a:ext cx="827456" cy="476915"/>
          </a:xfrm>
          <a:custGeom>
            <a:avLst/>
            <a:gdLst/>
            <a:ahLst/>
            <a:cxnLst/>
            <a:rect r="r" b="b" t="t" l="l"/>
            <a:pathLst>
              <a:path h="476915" w="827456">
                <a:moveTo>
                  <a:pt x="0" y="0"/>
                </a:moveTo>
                <a:lnTo>
                  <a:pt x="827456" y="0"/>
                </a:lnTo>
                <a:lnTo>
                  <a:pt x="827456" y="476916"/>
                </a:lnTo>
                <a:lnTo>
                  <a:pt x="0" y="4769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99787" y="134236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47579">
            <a:off x="212637" y="4968593"/>
            <a:ext cx="474795" cy="603088"/>
          </a:xfrm>
          <a:custGeom>
            <a:avLst/>
            <a:gdLst/>
            <a:ahLst/>
            <a:cxnLst/>
            <a:rect r="r" b="b" t="t" l="l"/>
            <a:pathLst>
              <a:path h="603088" w="474795">
                <a:moveTo>
                  <a:pt x="0" y="0"/>
                </a:moveTo>
                <a:lnTo>
                  <a:pt x="474795" y="0"/>
                </a:lnTo>
                <a:lnTo>
                  <a:pt x="474795" y="603088"/>
                </a:lnTo>
                <a:lnTo>
                  <a:pt x="0" y="6030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371055">
            <a:off x="9971671" y="1830551"/>
            <a:ext cx="566272" cy="719283"/>
          </a:xfrm>
          <a:custGeom>
            <a:avLst/>
            <a:gdLst/>
            <a:ahLst/>
            <a:cxnLst/>
            <a:rect r="r" b="b" t="t" l="l"/>
            <a:pathLst>
              <a:path h="719283" w="566272">
                <a:moveTo>
                  <a:pt x="0" y="0"/>
                </a:moveTo>
                <a:lnTo>
                  <a:pt x="566272" y="0"/>
                </a:lnTo>
                <a:lnTo>
                  <a:pt x="566272" y="719284"/>
                </a:lnTo>
                <a:lnTo>
                  <a:pt x="0" y="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2967270">
            <a:off x="270429" y="2822752"/>
            <a:ext cx="862213" cy="669059"/>
          </a:xfrm>
          <a:custGeom>
            <a:avLst/>
            <a:gdLst/>
            <a:ahLst/>
            <a:cxnLst/>
            <a:rect r="r" b="b" t="t" l="l"/>
            <a:pathLst>
              <a:path h="669059" w="862213">
                <a:moveTo>
                  <a:pt x="0" y="669059"/>
                </a:moveTo>
                <a:lnTo>
                  <a:pt x="862213" y="669059"/>
                </a:lnTo>
                <a:lnTo>
                  <a:pt x="862213" y="0"/>
                </a:lnTo>
                <a:lnTo>
                  <a:pt x="0" y="0"/>
                </a:lnTo>
                <a:lnTo>
                  <a:pt x="0" y="669059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949909">
            <a:off x="293649" y="6400845"/>
            <a:ext cx="804644" cy="1035878"/>
          </a:xfrm>
          <a:custGeom>
            <a:avLst/>
            <a:gdLst/>
            <a:ahLst/>
            <a:cxnLst/>
            <a:rect r="r" b="b" t="t" l="l"/>
            <a:pathLst>
              <a:path h="1035878" w="804644">
                <a:moveTo>
                  <a:pt x="0" y="0"/>
                </a:moveTo>
                <a:lnTo>
                  <a:pt x="804644" y="0"/>
                </a:lnTo>
                <a:lnTo>
                  <a:pt x="804644" y="1035878"/>
                </a:lnTo>
                <a:lnTo>
                  <a:pt x="0" y="10358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92573" y="6350139"/>
            <a:ext cx="1867951" cy="1052845"/>
          </a:xfrm>
          <a:custGeom>
            <a:avLst/>
            <a:gdLst/>
            <a:ahLst/>
            <a:cxnLst/>
            <a:rect r="r" b="b" t="t" l="l"/>
            <a:pathLst>
              <a:path h="1052845" w="1867951">
                <a:moveTo>
                  <a:pt x="0" y="0"/>
                </a:moveTo>
                <a:lnTo>
                  <a:pt x="1867951" y="0"/>
                </a:lnTo>
                <a:lnTo>
                  <a:pt x="1867951" y="1052845"/>
                </a:lnTo>
                <a:lnTo>
                  <a:pt x="0" y="105284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18689" y="1818656"/>
            <a:ext cx="503127" cy="549047"/>
          </a:xfrm>
          <a:custGeom>
            <a:avLst/>
            <a:gdLst/>
            <a:ahLst/>
            <a:cxnLst/>
            <a:rect r="r" b="b" t="t" l="l"/>
            <a:pathLst>
              <a:path h="549047" w="503127">
                <a:moveTo>
                  <a:pt x="0" y="0"/>
                </a:moveTo>
                <a:lnTo>
                  <a:pt x="503127" y="0"/>
                </a:lnTo>
                <a:lnTo>
                  <a:pt x="503127" y="549047"/>
                </a:lnTo>
                <a:lnTo>
                  <a:pt x="0" y="5490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925494" y="3463271"/>
            <a:ext cx="139458" cy="13945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35983" y="360192"/>
            <a:ext cx="83184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ar-EG" sz="3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  <a:rtl val="true"/>
              </a:rPr>
              <a:t>مين هو الشخص لحساس؟</a:t>
            </a:r>
          </a:p>
        </p:txBody>
      </p:sp>
      <p:sp>
        <p:nvSpPr>
          <p:cNvPr name="TextBox 20" id="20"/>
          <p:cNvSpPr txBox="true"/>
          <p:nvPr/>
        </p:nvSpPr>
        <p:spPr>
          <a:xfrm rot="156135">
            <a:off x="1172694" y="5568689"/>
            <a:ext cx="2374624" cy="10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68"/>
              </a:lnSpc>
            </a:pPr>
            <a:r>
              <a:rPr lang="ar-EG" sz="20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rtl val="true"/>
              </a:rPr>
              <a:t>قال كده ليييييييه بجد ؟؟؟؟؟</a:t>
            </a:r>
          </a:p>
          <a:p>
            <a:pPr algn="ctr" rtl="true">
              <a:lnSpc>
                <a:spcPts val="2868"/>
              </a:lnSpc>
            </a:pPr>
            <a:r>
              <a:rPr lang="ar-EG" sz="20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rtl val="true"/>
              </a:rPr>
              <a:t>مش هكلمه تانى 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26441" y="6137901"/>
            <a:ext cx="3016371" cy="78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179"/>
              </a:lnSpc>
            </a:pPr>
            <a:r>
              <a:rPr lang="ar-EG" sz="2271">
                <a:solidFill>
                  <a:srgbClr val="654A5F"/>
                </a:solidFill>
                <a:latin typeface="DM Sans"/>
                <a:ea typeface="DM Sans"/>
                <a:cs typeface="DM Sans"/>
                <a:sym typeface="DM Sans"/>
                <a:rtl val="true"/>
              </a:rPr>
              <a:t>يا ترى قاصد ميردش ع  رسايلى ولا مشغول؟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351146" y="3463271"/>
            <a:ext cx="139458" cy="13945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355138" y="4618199"/>
            <a:ext cx="2944249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00"/>
              </a:lnSpc>
              <a:spcBef>
                <a:spcPct val="0"/>
              </a:spcBef>
            </a:pPr>
            <a:r>
              <a:rPr lang="ar-EG" sz="2000">
                <a:solidFill>
                  <a:srgbClr val="FEEFF0"/>
                </a:solidFill>
                <a:latin typeface="Handyman"/>
                <a:ea typeface="Handyman"/>
                <a:cs typeface="Handyman"/>
                <a:sym typeface="Handyman"/>
                <a:rtl val="true"/>
              </a:rPr>
              <a:t>لو حصلت مشكلة بينا، هتفضل جنبي؟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451744" y="1631385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451744" y="2206524"/>
            <a:ext cx="2928552" cy="7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05"/>
              </a:lnSpc>
              <a:spcBef>
                <a:spcPct val="0"/>
              </a:spcBef>
            </a:pPr>
            <a:r>
              <a:rPr lang="ar-EG" sz="2075">
                <a:solidFill>
                  <a:srgbClr val="684847"/>
                </a:solidFill>
                <a:latin typeface="Handyman"/>
                <a:ea typeface="Handyman"/>
                <a:cs typeface="Handyman"/>
                <a:sym typeface="Handyman"/>
                <a:rtl val="true"/>
              </a:rPr>
              <a:t>تحب تقضي معايا وقت أكتر ولا  مشغول؟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92233" y="1631385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51027" y="2266377"/>
            <a:ext cx="3128999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220"/>
              </a:lnSpc>
              <a:spcBef>
                <a:spcPct val="0"/>
              </a:spcBef>
            </a:pPr>
            <a:r>
              <a:rPr lang="ar-EG" sz="2300">
                <a:solidFill>
                  <a:srgbClr val="7B5D74"/>
                </a:solidFill>
                <a:latin typeface="Handyman"/>
                <a:ea typeface="Handyman"/>
                <a:cs typeface="Handyman"/>
                <a:sym typeface="Handyman"/>
                <a:rtl val="true"/>
              </a:rPr>
              <a:t>هل بتحبني فعلاً ولا بس بتقولها؟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6393" y="207516"/>
            <a:ext cx="1127253" cy="649707"/>
          </a:xfrm>
          <a:custGeom>
            <a:avLst/>
            <a:gdLst/>
            <a:ahLst/>
            <a:cxnLst/>
            <a:rect r="r" b="b" t="t" l="l"/>
            <a:pathLst>
              <a:path h="649707" w="1127253">
                <a:moveTo>
                  <a:pt x="0" y="0"/>
                </a:moveTo>
                <a:lnTo>
                  <a:pt x="1127253" y="0"/>
                </a:lnTo>
                <a:lnTo>
                  <a:pt x="1127253" y="649708"/>
                </a:lnTo>
                <a:lnTo>
                  <a:pt x="0" y="64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654" y="271027"/>
            <a:ext cx="827456" cy="476915"/>
          </a:xfrm>
          <a:custGeom>
            <a:avLst/>
            <a:gdLst/>
            <a:ahLst/>
            <a:cxnLst/>
            <a:rect r="r" b="b" t="t" l="l"/>
            <a:pathLst>
              <a:path h="476915" w="827456">
                <a:moveTo>
                  <a:pt x="0" y="0"/>
                </a:moveTo>
                <a:lnTo>
                  <a:pt x="827456" y="0"/>
                </a:lnTo>
                <a:lnTo>
                  <a:pt x="827456" y="476916"/>
                </a:lnTo>
                <a:lnTo>
                  <a:pt x="0" y="476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9787" y="134236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7579">
            <a:off x="845712" y="3231456"/>
            <a:ext cx="474795" cy="603088"/>
          </a:xfrm>
          <a:custGeom>
            <a:avLst/>
            <a:gdLst/>
            <a:ahLst/>
            <a:cxnLst/>
            <a:rect r="r" b="b" t="t" l="l"/>
            <a:pathLst>
              <a:path h="603088" w="474795">
                <a:moveTo>
                  <a:pt x="0" y="0"/>
                </a:moveTo>
                <a:lnTo>
                  <a:pt x="474795" y="0"/>
                </a:lnTo>
                <a:lnTo>
                  <a:pt x="474795" y="603088"/>
                </a:lnTo>
                <a:lnTo>
                  <a:pt x="0" y="60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71055">
            <a:off x="9971671" y="1830551"/>
            <a:ext cx="566272" cy="719283"/>
          </a:xfrm>
          <a:custGeom>
            <a:avLst/>
            <a:gdLst/>
            <a:ahLst/>
            <a:cxnLst/>
            <a:rect r="r" b="b" t="t" l="l"/>
            <a:pathLst>
              <a:path h="719283" w="566272">
                <a:moveTo>
                  <a:pt x="0" y="0"/>
                </a:moveTo>
                <a:lnTo>
                  <a:pt x="566272" y="0"/>
                </a:lnTo>
                <a:lnTo>
                  <a:pt x="566272" y="719284"/>
                </a:lnTo>
                <a:lnTo>
                  <a:pt x="0" y="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875450">
            <a:off x="9879610" y="6788989"/>
            <a:ext cx="905840" cy="365630"/>
          </a:xfrm>
          <a:custGeom>
            <a:avLst/>
            <a:gdLst/>
            <a:ahLst/>
            <a:cxnLst/>
            <a:rect r="r" b="b" t="t" l="l"/>
            <a:pathLst>
              <a:path h="365630" w="905840">
                <a:moveTo>
                  <a:pt x="0" y="0"/>
                </a:moveTo>
                <a:lnTo>
                  <a:pt x="905841" y="0"/>
                </a:lnTo>
                <a:lnTo>
                  <a:pt x="905841" y="365630"/>
                </a:lnTo>
                <a:lnTo>
                  <a:pt x="0" y="36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2106" y="7341439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25494" y="3463271"/>
            <a:ext cx="139458" cy="1394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51146" y="3463271"/>
            <a:ext cx="139458" cy="1394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89608" y="433285"/>
            <a:ext cx="7620357" cy="199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8"/>
              </a:lnSpc>
            </a:pPr>
            <a:r>
              <a:rPr lang="en-US" sz="38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b="true" sz="38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مميزات الشخص الحساس</a:t>
            </a:r>
          </a:p>
          <a:p>
            <a:pPr algn="ctr">
              <a:lnSpc>
                <a:spcPts val="5358"/>
              </a:lnSpc>
            </a:pPr>
          </a:p>
          <a:p>
            <a:pPr algn="ctr">
              <a:lnSpc>
                <a:spcPts val="535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445466" y="1469068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81501" y="5627467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84647" y="4652367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2859" y="1230356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72832" y="1915801"/>
            <a:ext cx="3696086" cy="3696086"/>
          </a:xfrm>
          <a:custGeom>
            <a:avLst/>
            <a:gdLst/>
            <a:ahLst/>
            <a:cxnLst/>
            <a:rect r="r" b="b" t="t" l="l"/>
            <a:pathLst>
              <a:path h="3696086" w="3696086">
                <a:moveTo>
                  <a:pt x="0" y="0"/>
                </a:moveTo>
                <a:lnTo>
                  <a:pt x="3696086" y="0"/>
                </a:lnTo>
                <a:lnTo>
                  <a:pt x="3696086" y="3696085"/>
                </a:lnTo>
                <a:lnTo>
                  <a:pt x="0" y="36960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8275" y="1780700"/>
            <a:ext cx="294667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ar-EG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تعاطف</a:t>
            </a:r>
            <a:r>
              <a:rPr lang="ar-EG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قوي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(Empathy)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35288" y="6436629"/>
            <a:ext cx="3128999" cy="40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ar-EG" sz="23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إبداع</a:t>
            </a:r>
            <a:r>
              <a:rPr lang="ar-EG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وحس فني عالي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14066" y="2076150"/>
            <a:ext cx="287016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ar-EG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عمق</a:t>
            </a:r>
            <a:r>
              <a:rPr lang="ar-EG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التفكير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(Overthinking)  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8275" y="4318690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-210021" y="5195566"/>
            <a:ext cx="34872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ar-EG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ذكاء</a:t>
            </a:r>
            <a:r>
              <a:rPr lang="ar-EG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عاطفي عالي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73743" y="5393446"/>
            <a:ext cx="244935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ar-EG" sz="2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وعي</a:t>
            </a:r>
            <a:r>
              <a:rPr lang="ar-EG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كبير بالتفاصيل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4949909">
            <a:off x="8919989" y="3563775"/>
            <a:ext cx="804644" cy="1035878"/>
          </a:xfrm>
          <a:custGeom>
            <a:avLst/>
            <a:gdLst/>
            <a:ahLst/>
            <a:cxnLst/>
            <a:rect r="r" b="b" t="t" l="l"/>
            <a:pathLst>
              <a:path h="1035878" w="804644">
                <a:moveTo>
                  <a:pt x="0" y="0"/>
                </a:moveTo>
                <a:lnTo>
                  <a:pt x="804644" y="0"/>
                </a:lnTo>
                <a:lnTo>
                  <a:pt x="804644" y="1035878"/>
                </a:lnTo>
                <a:lnTo>
                  <a:pt x="0" y="10358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6393" y="207516"/>
            <a:ext cx="1127253" cy="649707"/>
          </a:xfrm>
          <a:custGeom>
            <a:avLst/>
            <a:gdLst/>
            <a:ahLst/>
            <a:cxnLst/>
            <a:rect r="r" b="b" t="t" l="l"/>
            <a:pathLst>
              <a:path h="649707" w="1127253">
                <a:moveTo>
                  <a:pt x="0" y="0"/>
                </a:moveTo>
                <a:lnTo>
                  <a:pt x="1127253" y="0"/>
                </a:lnTo>
                <a:lnTo>
                  <a:pt x="1127253" y="649708"/>
                </a:lnTo>
                <a:lnTo>
                  <a:pt x="0" y="64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654" y="271027"/>
            <a:ext cx="827456" cy="476915"/>
          </a:xfrm>
          <a:custGeom>
            <a:avLst/>
            <a:gdLst/>
            <a:ahLst/>
            <a:cxnLst/>
            <a:rect r="r" b="b" t="t" l="l"/>
            <a:pathLst>
              <a:path h="476915" w="827456">
                <a:moveTo>
                  <a:pt x="0" y="0"/>
                </a:moveTo>
                <a:lnTo>
                  <a:pt x="827456" y="0"/>
                </a:lnTo>
                <a:lnTo>
                  <a:pt x="827456" y="476916"/>
                </a:lnTo>
                <a:lnTo>
                  <a:pt x="0" y="476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9787" y="134236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7579">
            <a:off x="431984" y="3119577"/>
            <a:ext cx="474795" cy="603088"/>
          </a:xfrm>
          <a:custGeom>
            <a:avLst/>
            <a:gdLst/>
            <a:ahLst/>
            <a:cxnLst/>
            <a:rect r="r" b="b" t="t" l="l"/>
            <a:pathLst>
              <a:path h="603088" w="474795">
                <a:moveTo>
                  <a:pt x="0" y="0"/>
                </a:moveTo>
                <a:lnTo>
                  <a:pt x="474795" y="0"/>
                </a:lnTo>
                <a:lnTo>
                  <a:pt x="474795" y="603088"/>
                </a:lnTo>
                <a:lnTo>
                  <a:pt x="0" y="60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71055">
            <a:off x="9971671" y="1830551"/>
            <a:ext cx="566272" cy="719283"/>
          </a:xfrm>
          <a:custGeom>
            <a:avLst/>
            <a:gdLst/>
            <a:ahLst/>
            <a:cxnLst/>
            <a:rect r="r" b="b" t="t" l="l"/>
            <a:pathLst>
              <a:path h="719283" w="566272">
                <a:moveTo>
                  <a:pt x="0" y="0"/>
                </a:moveTo>
                <a:lnTo>
                  <a:pt x="566272" y="0"/>
                </a:lnTo>
                <a:lnTo>
                  <a:pt x="566272" y="719284"/>
                </a:lnTo>
                <a:lnTo>
                  <a:pt x="0" y="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875450">
            <a:off x="9879610" y="6788989"/>
            <a:ext cx="905840" cy="365630"/>
          </a:xfrm>
          <a:custGeom>
            <a:avLst/>
            <a:gdLst/>
            <a:ahLst/>
            <a:cxnLst/>
            <a:rect r="r" b="b" t="t" l="l"/>
            <a:pathLst>
              <a:path h="365630" w="905840">
                <a:moveTo>
                  <a:pt x="0" y="0"/>
                </a:moveTo>
                <a:lnTo>
                  <a:pt x="905841" y="0"/>
                </a:lnTo>
                <a:lnTo>
                  <a:pt x="905841" y="365630"/>
                </a:lnTo>
                <a:lnTo>
                  <a:pt x="0" y="36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2106" y="7341439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25494" y="3463271"/>
            <a:ext cx="139458" cy="1394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51146" y="3463271"/>
            <a:ext cx="139458" cy="1394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89608" y="433285"/>
            <a:ext cx="7620357" cy="199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8"/>
              </a:lnSpc>
            </a:pPr>
            <a:r>
              <a:rPr lang="en-US" sz="38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sz="382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عيوب</a:t>
            </a:r>
            <a:r>
              <a:rPr lang="ar-EG" b="true" sz="38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الشخص الحساس</a:t>
            </a:r>
          </a:p>
          <a:p>
            <a:pPr algn="ctr">
              <a:lnSpc>
                <a:spcPts val="5358"/>
              </a:lnSpc>
            </a:pPr>
          </a:p>
          <a:p>
            <a:pPr algn="ctr">
              <a:lnSpc>
                <a:spcPts val="535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445466" y="1469068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81501" y="5627467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84647" y="4652367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2859" y="1230356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275" y="4318690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97957" y="1931957"/>
            <a:ext cx="3696086" cy="3696086"/>
          </a:xfrm>
          <a:custGeom>
            <a:avLst/>
            <a:gdLst/>
            <a:ahLst/>
            <a:cxnLst/>
            <a:rect r="r" b="b" t="t" l="l"/>
            <a:pathLst>
              <a:path h="3696086" w="3696086">
                <a:moveTo>
                  <a:pt x="0" y="0"/>
                </a:moveTo>
                <a:lnTo>
                  <a:pt x="3696086" y="0"/>
                </a:lnTo>
                <a:lnTo>
                  <a:pt x="3696086" y="3696086"/>
                </a:lnTo>
                <a:lnTo>
                  <a:pt x="0" y="36960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7437" y="1701200"/>
            <a:ext cx="2946670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ar-EG" sz="2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الخوف</a:t>
            </a:r>
            <a:r>
              <a:rPr lang="ar-EG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من الخطوة الأولى</a:t>
            </a: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(Fear of Rejection)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81501" y="6365718"/>
            <a:ext cx="3128999" cy="82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ar-EG" sz="23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الانعزال</a:t>
            </a:r>
            <a:r>
              <a:rPr lang="ar-EG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أو الانطواء في بعض الأحيان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14874" y="2221503"/>
            <a:ext cx="3190184" cy="41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</a:pPr>
            <a:r>
              <a:rPr lang="ar-EG" sz="24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انفعال</a:t>
            </a:r>
            <a:r>
              <a:rPr lang="ar-EG" b="true" sz="24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عاطفي شديد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0" y="5040386"/>
            <a:ext cx="348729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ar-EG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صعوبة استغلال الذكاء</a:t>
            </a:r>
            <a:r>
              <a:rPr lang="ar-EG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الاجتماعي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84982" y="5393446"/>
            <a:ext cx="262687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ar-EG" sz="2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صعو</a:t>
            </a:r>
            <a:r>
              <a:rPr lang="ar-EG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بة اتخاذ القرارات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6393" y="207516"/>
            <a:ext cx="1127253" cy="649707"/>
          </a:xfrm>
          <a:custGeom>
            <a:avLst/>
            <a:gdLst/>
            <a:ahLst/>
            <a:cxnLst/>
            <a:rect r="r" b="b" t="t" l="l"/>
            <a:pathLst>
              <a:path h="649707" w="1127253">
                <a:moveTo>
                  <a:pt x="0" y="0"/>
                </a:moveTo>
                <a:lnTo>
                  <a:pt x="1127253" y="0"/>
                </a:lnTo>
                <a:lnTo>
                  <a:pt x="1127253" y="649708"/>
                </a:lnTo>
                <a:lnTo>
                  <a:pt x="0" y="64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654" y="271027"/>
            <a:ext cx="827456" cy="476915"/>
          </a:xfrm>
          <a:custGeom>
            <a:avLst/>
            <a:gdLst/>
            <a:ahLst/>
            <a:cxnLst/>
            <a:rect r="r" b="b" t="t" l="l"/>
            <a:pathLst>
              <a:path h="476915" w="827456">
                <a:moveTo>
                  <a:pt x="0" y="0"/>
                </a:moveTo>
                <a:lnTo>
                  <a:pt x="827456" y="0"/>
                </a:lnTo>
                <a:lnTo>
                  <a:pt x="827456" y="476916"/>
                </a:lnTo>
                <a:lnTo>
                  <a:pt x="0" y="476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9787" y="134236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7579">
            <a:off x="431984" y="3119577"/>
            <a:ext cx="474795" cy="603088"/>
          </a:xfrm>
          <a:custGeom>
            <a:avLst/>
            <a:gdLst/>
            <a:ahLst/>
            <a:cxnLst/>
            <a:rect r="r" b="b" t="t" l="l"/>
            <a:pathLst>
              <a:path h="603088" w="474795">
                <a:moveTo>
                  <a:pt x="0" y="0"/>
                </a:moveTo>
                <a:lnTo>
                  <a:pt x="474795" y="0"/>
                </a:lnTo>
                <a:lnTo>
                  <a:pt x="474795" y="603088"/>
                </a:lnTo>
                <a:lnTo>
                  <a:pt x="0" y="60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71055">
            <a:off x="9971671" y="1830551"/>
            <a:ext cx="566272" cy="719283"/>
          </a:xfrm>
          <a:custGeom>
            <a:avLst/>
            <a:gdLst/>
            <a:ahLst/>
            <a:cxnLst/>
            <a:rect r="r" b="b" t="t" l="l"/>
            <a:pathLst>
              <a:path h="719283" w="566272">
                <a:moveTo>
                  <a:pt x="0" y="0"/>
                </a:moveTo>
                <a:lnTo>
                  <a:pt x="566272" y="0"/>
                </a:lnTo>
                <a:lnTo>
                  <a:pt x="566272" y="719284"/>
                </a:lnTo>
                <a:lnTo>
                  <a:pt x="0" y="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875450">
            <a:off x="9879610" y="6788989"/>
            <a:ext cx="905840" cy="365630"/>
          </a:xfrm>
          <a:custGeom>
            <a:avLst/>
            <a:gdLst/>
            <a:ahLst/>
            <a:cxnLst/>
            <a:rect r="r" b="b" t="t" l="l"/>
            <a:pathLst>
              <a:path h="365630" w="905840">
                <a:moveTo>
                  <a:pt x="0" y="0"/>
                </a:moveTo>
                <a:lnTo>
                  <a:pt x="905841" y="0"/>
                </a:lnTo>
                <a:lnTo>
                  <a:pt x="905841" y="365630"/>
                </a:lnTo>
                <a:lnTo>
                  <a:pt x="0" y="36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2106" y="7341439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25494" y="3463271"/>
            <a:ext cx="139458" cy="1394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51146" y="3463271"/>
            <a:ext cx="139458" cy="1394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89608" y="433285"/>
            <a:ext cx="7620357" cy="132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58"/>
              </a:lnSpc>
            </a:pPr>
            <a:r>
              <a:rPr lang="ar-EG" b="true" sz="38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كيفيه التعامل مع شخص الحساس</a:t>
            </a:r>
          </a:p>
          <a:p>
            <a:pPr algn="ctr">
              <a:lnSpc>
                <a:spcPts val="535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529179" y="5497400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81501" y="5627467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9439" y="1296179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275" y="4318690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87303" y="1936747"/>
            <a:ext cx="5499090" cy="3053048"/>
          </a:xfrm>
          <a:custGeom>
            <a:avLst/>
            <a:gdLst/>
            <a:ahLst/>
            <a:cxnLst/>
            <a:rect r="r" b="b" t="t" l="l"/>
            <a:pathLst>
              <a:path h="3053048" w="5499090">
                <a:moveTo>
                  <a:pt x="0" y="0"/>
                </a:moveTo>
                <a:lnTo>
                  <a:pt x="5499090" y="0"/>
                </a:lnTo>
                <a:lnTo>
                  <a:pt x="5499090" y="3053048"/>
                </a:lnTo>
                <a:lnTo>
                  <a:pt x="0" y="3053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7707" r="-14424" b="-7707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9439" y="2130062"/>
            <a:ext cx="294667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احترم مشاعره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1501" y="6365718"/>
            <a:ext cx="3128999" cy="82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ar-EG" sz="23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سمع</a:t>
            </a:r>
            <a:r>
              <a:rPr lang="ar-EG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كويس قبل ما تتكلم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73712" y="6102297"/>
            <a:ext cx="2839934" cy="84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</a:pPr>
            <a:r>
              <a:rPr lang="ar-EG" sz="244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تجنب المواقف الصاخبة</a:t>
            </a:r>
            <a:r>
              <a:rPr lang="ar-EG" b="true" sz="24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أو المفاجآت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0" y="5040386"/>
            <a:ext cx="34872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اختار ك</a:t>
            </a:r>
            <a:r>
              <a:rPr lang="ar-EG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لماتك بعناية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6393" y="207516"/>
            <a:ext cx="1127253" cy="649707"/>
          </a:xfrm>
          <a:custGeom>
            <a:avLst/>
            <a:gdLst/>
            <a:ahLst/>
            <a:cxnLst/>
            <a:rect r="r" b="b" t="t" l="l"/>
            <a:pathLst>
              <a:path h="649707" w="1127253">
                <a:moveTo>
                  <a:pt x="0" y="0"/>
                </a:moveTo>
                <a:lnTo>
                  <a:pt x="1127253" y="0"/>
                </a:lnTo>
                <a:lnTo>
                  <a:pt x="1127253" y="649708"/>
                </a:lnTo>
                <a:lnTo>
                  <a:pt x="0" y="64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654" y="271027"/>
            <a:ext cx="827456" cy="476915"/>
          </a:xfrm>
          <a:custGeom>
            <a:avLst/>
            <a:gdLst/>
            <a:ahLst/>
            <a:cxnLst/>
            <a:rect r="r" b="b" t="t" l="l"/>
            <a:pathLst>
              <a:path h="476915" w="827456">
                <a:moveTo>
                  <a:pt x="0" y="0"/>
                </a:moveTo>
                <a:lnTo>
                  <a:pt x="827456" y="0"/>
                </a:lnTo>
                <a:lnTo>
                  <a:pt x="827456" y="476916"/>
                </a:lnTo>
                <a:lnTo>
                  <a:pt x="0" y="476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9787" y="134236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47579">
            <a:off x="431984" y="3119577"/>
            <a:ext cx="474795" cy="603088"/>
          </a:xfrm>
          <a:custGeom>
            <a:avLst/>
            <a:gdLst/>
            <a:ahLst/>
            <a:cxnLst/>
            <a:rect r="r" b="b" t="t" l="l"/>
            <a:pathLst>
              <a:path h="603088" w="474795">
                <a:moveTo>
                  <a:pt x="0" y="0"/>
                </a:moveTo>
                <a:lnTo>
                  <a:pt x="474795" y="0"/>
                </a:lnTo>
                <a:lnTo>
                  <a:pt x="474795" y="603088"/>
                </a:lnTo>
                <a:lnTo>
                  <a:pt x="0" y="60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71055">
            <a:off x="9971671" y="1830551"/>
            <a:ext cx="566272" cy="719283"/>
          </a:xfrm>
          <a:custGeom>
            <a:avLst/>
            <a:gdLst/>
            <a:ahLst/>
            <a:cxnLst/>
            <a:rect r="r" b="b" t="t" l="l"/>
            <a:pathLst>
              <a:path h="719283" w="566272">
                <a:moveTo>
                  <a:pt x="0" y="0"/>
                </a:moveTo>
                <a:lnTo>
                  <a:pt x="566272" y="0"/>
                </a:lnTo>
                <a:lnTo>
                  <a:pt x="566272" y="719284"/>
                </a:lnTo>
                <a:lnTo>
                  <a:pt x="0" y="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02106" y="7341439"/>
            <a:ext cx="785678" cy="218561"/>
          </a:xfrm>
          <a:custGeom>
            <a:avLst/>
            <a:gdLst/>
            <a:ahLst/>
            <a:cxnLst/>
            <a:rect r="r" b="b" t="t" l="l"/>
            <a:pathLst>
              <a:path h="218561" w="785678">
                <a:moveTo>
                  <a:pt x="0" y="0"/>
                </a:moveTo>
                <a:lnTo>
                  <a:pt x="785678" y="0"/>
                </a:lnTo>
                <a:lnTo>
                  <a:pt x="785678" y="218561"/>
                </a:lnTo>
                <a:lnTo>
                  <a:pt x="0" y="21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925494" y="3463271"/>
            <a:ext cx="139458" cy="1394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1146" y="3463271"/>
            <a:ext cx="139458" cy="13945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85465" y="5369163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9" y="0"/>
                </a:lnTo>
                <a:lnTo>
                  <a:pt x="3128999" y="1831886"/>
                </a:lnTo>
                <a:lnTo>
                  <a:pt x="0" y="1831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5654" y="2374956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9382" y="5201840"/>
            <a:ext cx="3128999" cy="1831886"/>
          </a:xfrm>
          <a:custGeom>
            <a:avLst/>
            <a:gdLst/>
            <a:ahLst/>
            <a:cxnLst/>
            <a:rect r="r" b="b" t="t" l="l"/>
            <a:pathLst>
              <a:path h="1831886" w="3128999">
                <a:moveTo>
                  <a:pt x="0" y="0"/>
                </a:moveTo>
                <a:lnTo>
                  <a:pt x="3128998" y="0"/>
                </a:lnTo>
                <a:lnTo>
                  <a:pt x="3128998" y="1831887"/>
                </a:lnTo>
                <a:lnTo>
                  <a:pt x="0" y="18318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196142" y="1682736"/>
            <a:ext cx="5428715" cy="3216328"/>
          </a:xfrm>
          <a:custGeom>
            <a:avLst/>
            <a:gdLst/>
            <a:ahLst/>
            <a:cxnLst/>
            <a:rect r="r" b="b" t="t" l="l"/>
            <a:pathLst>
              <a:path h="3216328" w="5428715">
                <a:moveTo>
                  <a:pt x="0" y="0"/>
                </a:moveTo>
                <a:lnTo>
                  <a:pt x="5428715" y="0"/>
                </a:lnTo>
                <a:lnTo>
                  <a:pt x="5428715" y="3216327"/>
                </a:lnTo>
                <a:lnTo>
                  <a:pt x="0" y="3216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9608" y="433285"/>
            <a:ext cx="7620357" cy="65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58"/>
              </a:lnSpc>
            </a:pPr>
            <a:r>
              <a:rPr lang="ar-EG" b="true" sz="38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لو انت الى شخص حساس!!!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5654" y="3030311"/>
            <a:ext cx="294667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افهم  إن ده مش ضعف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80967" y="6045972"/>
            <a:ext cx="3128999" cy="82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نقلل التفكير الزائد</a:t>
            </a:r>
            <a:r>
              <a:rPr lang="en-US" b="true" sz="2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(Overthinking)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2448" y="6111509"/>
            <a:ext cx="34872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ar-EG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تع</a:t>
            </a:r>
            <a:r>
              <a:rPr lang="ar-EG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لم تحط حدود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3875450">
            <a:off x="9879610" y="6850912"/>
            <a:ext cx="905840" cy="365630"/>
          </a:xfrm>
          <a:custGeom>
            <a:avLst/>
            <a:gdLst/>
            <a:ahLst/>
            <a:cxnLst/>
            <a:rect r="r" b="b" t="t" l="l"/>
            <a:pathLst>
              <a:path h="365630" w="905840">
                <a:moveTo>
                  <a:pt x="0" y="0"/>
                </a:moveTo>
                <a:lnTo>
                  <a:pt x="905841" y="0"/>
                </a:lnTo>
                <a:lnTo>
                  <a:pt x="905841" y="365630"/>
                </a:lnTo>
                <a:lnTo>
                  <a:pt x="0" y="365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067" y="967124"/>
            <a:ext cx="7666315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80"/>
              </a:lnSpc>
            </a:pPr>
            <a:r>
              <a:rPr lang="ar-EG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فى النهايه لو انت شخص حساس متجادلش 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 say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ctr" rtl="true">
              <a:lnSpc>
                <a:spcPts val="4480"/>
              </a:lnSpc>
            </a:pPr>
            <a:r>
              <a:rPr lang="ar-EG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“انت صح.... وانتى كمان صح....” </a:t>
            </a:r>
          </a:p>
          <a:p>
            <a:pPr algn="ctr" rtl="true">
              <a:lnSpc>
                <a:spcPts val="4480"/>
              </a:lnSpc>
            </a:pPr>
          </a:p>
          <a:p>
            <a:pPr algn="ctr" rtl="true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go ahead</a:t>
            </a:r>
            <a:r>
              <a:rPr lang="ar-EG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 val="true"/>
              </a:rPr>
              <a:t> </a:t>
            </a:r>
          </a:p>
          <a:p>
            <a:pPr algn="ctr" rtl="true">
              <a:lnSpc>
                <a:spcPts val="448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3875450">
            <a:off x="9733209" y="841459"/>
            <a:ext cx="905840" cy="365630"/>
          </a:xfrm>
          <a:custGeom>
            <a:avLst/>
            <a:gdLst/>
            <a:ahLst/>
            <a:cxnLst/>
            <a:rect r="r" b="b" t="t" l="l"/>
            <a:pathLst>
              <a:path h="365630" w="905840">
                <a:moveTo>
                  <a:pt x="0" y="0"/>
                </a:moveTo>
                <a:lnTo>
                  <a:pt x="905840" y="0"/>
                </a:lnTo>
                <a:lnTo>
                  <a:pt x="905840" y="365630"/>
                </a:lnTo>
                <a:lnTo>
                  <a:pt x="0" y="365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75450">
            <a:off x="423947" y="6606595"/>
            <a:ext cx="978132" cy="394810"/>
          </a:xfrm>
          <a:custGeom>
            <a:avLst/>
            <a:gdLst/>
            <a:ahLst/>
            <a:cxnLst/>
            <a:rect r="r" b="b" t="t" l="l"/>
            <a:pathLst>
              <a:path h="394810" w="978132">
                <a:moveTo>
                  <a:pt x="0" y="0"/>
                </a:moveTo>
                <a:lnTo>
                  <a:pt x="978133" y="0"/>
                </a:lnTo>
                <a:lnTo>
                  <a:pt x="978133" y="394810"/>
                </a:lnTo>
                <a:lnTo>
                  <a:pt x="0" y="39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8686" y="3780000"/>
            <a:ext cx="3827443" cy="3834669"/>
          </a:xfrm>
          <a:custGeom>
            <a:avLst/>
            <a:gdLst/>
            <a:ahLst/>
            <a:cxnLst/>
            <a:rect r="r" b="b" t="t" l="l"/>
            <a:pathLst>
              <a:path h="3834669" w="3827443">
                <a:moveTo>
                  <a:pt x="0" y="0"/>
                </a:moveTo>
                <a:lnTo>
                  <a:pt x="3827443" y="0"/>
                </a:lnTo>
                <a:lnTo>
                  <a:pt x="3827443" y="3834669"/>
                </a:lnTo>
                <a:lnTo>
                  <a:pt x="0" y="3834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631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97569" y="1217006"/>
            <a:ext cx="3212358" cy="4341024"/>
          </a:xfrm>
          <a:custGeom>
            <a:avLst/>
            <a:gdLst/>
            <a:ahLst/>
            <a:cxnLst/>
            <a:rect r="r" b="b" t="t" l="l"/>
            <a:pathLst>
              <a:path h="4341024" w="3212358">
                <a:moveTo>
                  <a:pt x="0" y="0"/>
                </a:moveTo>
                <a:lnTo>
                  <a:pt x="3212358" y="0"/>
                </a:lnTo>
                <a:lnTo>
                  <a:pt x="3212358" y="4341024"/>
                </a:lnTo>
                <a:lnTo>
                  <a:pt x="0" y="434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9229" y="4358867"/>
            <a:ext cx="7489038" cy="3089228"/>
          </a:xfrm>
          <a:custGeom>
            <a:avLst/>
            <a:gdLst/>
            <a:ahLst/>
            <a:cxnLst/>
            <a:rect r="r" b="b" t="t" l="l"/>
            <a:pathLst>
              <a:path h="3089228" w="7489038">
                <a:moveTo>
                  <a:pt x="0" y="0"/>
                </a:moveTo>
                <a:lnTo>
                  <a:pt x="7489038" y="0"/>
                </a:lnTo>
                <a:lnTo>
                  <a:pt x="7489038" y="3089228"/>
                </a:lnTo>
                <a:lnTo>
                  <a:pt x="0" y="3089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DAGhXc_ENhI</dc:identifier>
  <dcterms:modified xsi:type="dcterms:W3CDTF">2011-08-01T06:04:30Z</dcterms:modified>
  <cp:revision>1</cp:revision>
  <dc:title>Light Pink and Purple Modern Mind Map Business A4 Document</dc:title>
</cp:coreProperties>
</file>